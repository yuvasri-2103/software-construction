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630AB9-4440-3262-E244-DF18FDDC05FD}" v="5" dt="2026-04-27T03:11:14.6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FDE99-2B4C-6DCD-33EA-B0C461E64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6DB96F-F2F2-D847-B9F9-428F121013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AA652-5E90-D160-8C66-421DC517E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EFD84-B152-4710-976A-39E5F64DD6A8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41B7C-380B-91E2-27CC-84C075EB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2ADDB-FA76-2963-09B2-BC18C7CAD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FA45F-A6A0-493E-B800-02ED95B40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279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1782E-E9B9-1C7A-2977-51E91C1C3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1C811-1726-0564-4764-BD9553A1E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89618-D101-05C3-2A09-9D0F5E55C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EFD84-B152-4710-976A-39E5F64DD6A8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427F3-DFD4-B389-86E4-B77C2C2BE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E7411-80B3-2A10-4814-8882796D5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FA45F-A6A0-493E-B800-02ED95B40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716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0FD1A-D386-8CA4-12B3-F32B46A8D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AE873-8B59-321A-AE67-55CFBD2E8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289F-7CF8-C0F0-3239-A3A827556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EFD84-B152-4710-976A-39E5F64DD6A8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D19C0-CE9C-1596-2156-46A318555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441AC-53E1-BA04-58D9-0153FEF25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FA45F-A6A0-493E-B800-02ED95B40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414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676A-BDEC-36E8-53D1-5B3B9C6BC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6E860-464D-048D-A0D2-8C575D4054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A075-762C-9DD7-AEAB-0F5EABA96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50246-BEA2-3668-0A8C-B09282D94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EFD84-B152-4710-976A-39E5F64DD6A8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C0934-5F64-1518-850F-FD5D5056E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FE37D-B287-43A6-F97D-4AA432052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FA45F-A6A0-493E-B800-02ED95B40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162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69CD4-2B2E-F85C-B172-4D3CEABD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D61E2-5836-90F5-1489-04336BD98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3F7894-B157-DCA5-B0FB-7DAE142F5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E0FACD-ABC1-0CEA-F448-64FB9B0E6B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BAD687-C92C-1EF8-8E01-18F872996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F04E6C-334F-9F5B-A23D-C9BCE03DE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EFD84-B152-4710-976A-39E5F64DD6A8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64A582-7745-E491-AFD3-37676F36C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7DCC9E-7038-EAFC-B804-F0357D8DD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FA45F-A6A0-493E-B800-02ED95B40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0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AC287-A6D2-3911-47DC-03E1D6D2F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A51C31-2211-5B18-42DE-13EA77D53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EFD84-B152-4710-976A-39E5F64DD6A8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2BF4BE-21BC-35BF-76DD-D772E545E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5C103-D014-D09D-040B-404459229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FA45F-A6A0-493E-B800-02ED95B40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35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066CC5-8E10-ECD0-1D51-ABA1FC004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EFD84-B152-4710-976A-39E5F64DD6A8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4C66AE-E655-8A71-4948-90F2225A8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C3220-353D-A54E-2759-8E4D08D4C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FA45F-A6A0-493E-B800-02ED95B40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048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4023-09CB-45E0-3555-979BD5CD4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70321-B7B2-473E-2640-ECFF28B77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EBE1F-5351-41BD-CF65-A6D2CFCEA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23ACE-EFE2-9096-9D02-C2CAC74F6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EFD84-B152-4710-976A-39E5F64DD6A8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C0382-3226-F63D-1B6F-E31E2F21F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F5F71-3F99-498C-F93D-E635C52C2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FA45F-A6A0-493E-B800-02ED95B40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686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41307-7592-8030-923E-06597F515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37DF95-B45E-8E32-67B3-2629F99499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9D3C7-762E-7774-197C-5EE4CA4F0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F8194-D19F-24BC-D817-A7FDAD5AF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EFD84-B152-4710-976A-39E5F64DD6A8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29D16-BEBD-682B-3578-A61587364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75790-8E32-354A-19EC-A344BC1B9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FA45F-A6A0-493E-B800-02ED95B40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882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14992-C479-C066-28A6-D4A3A2017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230886-1A67-B8F7-1E5A-008DDEF63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B23BA-B6F1-92FD-6CC5-7C5BD1416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EFD84-B152-4710-976A-39E5F64DD6A8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0ACF5-C5E1-3704-0BD9-01E34E43A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F25B2-E5B6-170E-E3EA-A822A6E1A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FA45F-A6A0-493E-B800-02ED95B40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011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F3C2D-B392-E3A9-2009-7AC9A94C9F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D1C8B7-A7A4-EB25-126F-15A9CCEDB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B2ED7-8821-E21F-D239-BC4A24701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EFD84-B152-4710-976A-39E5F64DD6A8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65F9B-868D-0100-AA2A-F817AC0E0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21924-A9A3-A876-AFA7-6AF95EBC0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FA45F-A6A0-493E-B800-02ED95B40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595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B674A5-6528-A49A-C813-6B328A358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FB400-11B3-B20A-5123-7FE0110D0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481B4-AA65-4BEC-7DCF-CF23ECB326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9EFD84-B152-4710-976A-39E5F64DD6A8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F062E-696C-CD87-2809-6E63BBA7D7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5AF11-AB70-3C9C-1539-58E0E69BF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4FA45F-A6A0-493E-B800-02ED95B40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574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64D724-1862-551E-2198-49C181569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736" y="3318705"/>
            <a:ext cx="4850296" cy="33518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51EA5E-4852-CAF7-F200-15BD0CDAB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986" y="290769"/>
            <a:ext cx="6983896" cy="286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904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yuvasri.v0621@gmail.com</dc:creator>
  <cp:lastModifiedBy>yuvasri.v0621@gmail.com</cp:lastModifiedBy>
  <cp:revision>9</cp:revision>
  <dcterms:created xsi:type="dcterms:W3CDTF">2026-04-20T07:28:07Z</dcterms:created>
  <dcterms:modified xsi:type="dcterms:W3CDTF">2026-04-27T03:11:22Z</dcterms:modified>
</cp:coreProperties>
</file>