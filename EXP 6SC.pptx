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7" d="100"/>
          <a:sy n="77" d="100"/>
        </p:scale>
        <p:origin x="77" y="12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7C80984-602E-83F3-608B-ACCB0B50C88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7BD0A54-C7FC-0EB3-0F1A-10C11619F2B8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E108622-0373-F35F-408D-0918DAEC112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4E7A80-3019-3295-09DA-5869C69464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47F7EE5-64B8-C9F7-DD8A-74BDBA80E91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9909588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9CAB569-8061-6246-5F22-25E0B71956A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7BC0E8A9-DB80-8A3A-4AF7-985233070F27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5999933-031E-5A13-35F7-B7EFA4E530D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0F5A1C-2C21-BC95-4D20-4331B066E4B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9D27729-1A4F-1989-1133-8023AC78AA4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6438463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B0F532D-C208-8C45-28B4-A4A895ED0EF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9B82B4A-2A14-DF97-0C45-E0C0B017023E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37CA96E-6A97-A718-BC9C-50981256EC6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324AC96-6329-53B2-FE74-5495028FB5B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33F8996-D296-F569-0FA1-42C08ECEE6E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2390173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F9C6152-0177-65A0-1DA7-41D144A91F2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DC985A-6863-F4FA-4653-B8E68C6021A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3382C82-79BE-50AC-1B55-0959725AF4D5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C4471066-EDF2-20AB-EAF7-6E0F3C1FAD1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B23E677-05C0-A263-FBA9-CD04545CFAA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BF39EA03-D188-BDA2-7487-58AD881F499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2968955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12C98E8-6EEA-8A0B-BC54-D255DE2367D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46A55AB-40B6-5EC7-E3D9-C1685A33DA7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650AB62-D424-CE0F-8876-972DFE711FA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CCFE8C9-6137-6D81-87CD-1554ED8A9FAC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8FD37C41-D62A-F63C-4D40-BB8FC089920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3A995A86-EBBC-F405-B2CF-FF3C81FEB91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1148701F-F9A8-3BBC-F899-9AB517A2B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692A846-0430-E292-2393-53460A51EA9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67477275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0C1D94-355E-3E96-E329-9B06EC0E11D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D90BD97D-306D-8808-0FF2-427C4091DC2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A8EBA-2330-FD85-5719-C5B3173770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DC6393D7-CC48-E827-3B9B-7A590F43AE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02187215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BEA05A33-43B8-89E5-A94D-C4B7E0A880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BD6AB1B4-9944-0F38-0248-496C93489E4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1D6D5B0-7FD9-501F-E529-A5A30EE94A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353315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2703A3-F639-4DC0-66C4-640A15C7F61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6ED5A39-A660-A75F-07B6-2343B092901C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5A60C0B-7CBC-BCAD-3236-741B32896D36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3C8B52EA-246F-9788-CB78-45E4DAF2D2F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2D92BE1-0F56-6810-B1E7-027A07B84B6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E3EDD7A8-FB5E-890D-AD18-2667BA138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494820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C7F97F6-FFB3-2AB5-A430-ED3D0E4F608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CE6FC06-7FE7-A198-1015-769A65A514F4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IN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32F83A3-C1A2-E568-3477-9CE3F64B130B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05B3DB6-383C-34AB-1057-AD6E3625E6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E4AC6FF8-5E62-F92E-8302-2727717B865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0D28D7-90A8-B6CD-E2C9-6CB4A32595D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7357923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F64132E-31C7-6C42-0F68-417B88D56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9444F1-E866-9241-2590-06A49AAD2AA1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B972FFA-BC47-E048-A87C-25DFB827276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F72ECA6-5174-F1F0-D1C4-49597D41B03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681D736-576F-1296-167C-B727471B908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91842090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D650138-E37E-2293-9AA7-04D4064053B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F1601039-32FD-D1BC-E6BF-34780C43FBB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26EF42A8-B41B-B8F0-B6C2-A8D27628177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1E46EBCB-84F1-8395-893F-AEC96D4AE92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2CDB244-2D02-37AF-D672-F82F1CEA045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17127261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E965AFFD-5E88-A8DF-7239-D3C0DD573F7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IN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3149A73E-1EA4-54DC-0140-58E47A63F57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IN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27995F-7AB6-5932-0F22-0A9943F13AD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A7F38B3-64EB-41A9-9F77-E579488C4458}" type="datetimeFigureOut">
              <a:rPr lang="en-IN" smtClean="0"/>
              <a:t>20-04-2026</a:t>
            </a:fld>
            <a:endParaRPr lang="en-IN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4FD7526-36CA-3509-5665-4C83EB57A476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68654CA-8DC3-493A-5772-360FE575330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C5B2701D-0EAF-4B83-BB68-990E00AF659A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79553548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3E8269D-435F-CF4B-C87A-D58DFA91E8C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1BE9C71-4741-060E-AA69-FED864E7574D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132547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02AF8CF-08F8-C07D-642E-7306EF385C7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38539" y="100485"/>
            <a:ext cx="4896169" cy="2843682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5311F4D0-EAA3-8C1F-D2ED-BB8A071173C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331040" y="41478"/>
            <a:ext cx="6771507" cy="33875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2085913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6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size="6" baseType="lpstr">
      <vt:lpstr>Aptos</vt:lpstr>
      <vt:lpstr>Aptos Display</vt:lpstr>
      <vt:lpstr>Arial</vt:lpstr>
      <vt:lpstr>Office Theme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yuvasri.v0621@gmail.com</dc:creator>
  <cp:lastModifiedBy>yuvasri.v0621@gmail.com</cp:lastModifiedBy>
  <cp:revision>1</cp:revision>
  <dcterms:created xsi:type="dcterms:W3CDTF">2026-04-20T07:15:25Z</dcterms:created>
  <dcterms:modified xsi:type="dcterms:W3CDTF">2026-04-20T07:22:08Z</dcterms:modified>
</cp:coreProperties>
</file>